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1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C9997-EB7C-E70B-A4EE-931EC23D42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6C907A-8DA4-CBB5-8D35-A92E71CB08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B5B186-6C11-1389-4F82-2FD1F6709C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55901-FD85-4CCB-BEF6-32AFBB01B2ED}" type="datetimeFigureOut">
              <a:rPr lang="fr-FR" smtClean="0"/>
              <a:t>17/12/2022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EE51B7-F0D5-9F02-8BA9-6866B217C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B76FD3-A622-65E8-D228-F87D2A49C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10156-3D6C-4DF1-9C4C-86740B58A0B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46964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619A0-69DD-F554-0277-3D0D68E09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7CBF57-816A-5017-E5E3-FD343E8A72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09DD21-D849-73FC-6625-8CD98D30A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55901-FD85-4CCB-BEF6-32AFBB01B2ED}" type="datetimeFigureOut">
              <a:rPr lang="fr-FR" smtClean="0"/>
              <a:t>17/12/2022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C2EA32-0AF6-7572-06FC-EDA353B83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8F1C37-3441-2B6B-2866-6020AE6BF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10156-3D6C-4DF1-9C4C-86740B58A0B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895174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147B8-39E2-45E4-378A-C8D0DD44C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5AEFAA-E1E7-287D-8ED8-60112A79ED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28D0D0-77B7-5E64-CB88-23F3A5ABC1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55901-FD85-4CCB-BEF6-32AFBB01B2ED}" type="datetimeFigureOut">
              <a:rPr lang="fr-FR" smtClean="0"/>
              <a:t>17/12/2022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CD15F0-978C-B59F-350F-C381EA101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945292-ECB0-58E6-D18C-CD5BEA366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10156-3D6C-4DF1-9C4C-86740B58A0B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96053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53C82-B2CE-89C8-4BBA-DCA52A690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EAD978-7A63-ED42-A6E3-A88FE5F64A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C0057C-98D6-3928-6447-DFF71AFF65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157C69-8E27-75F3-F334-EAC438E5B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55901-FD85-4CCB-BEF6-32AFBB01B2ED}" type="datetimeFigureOut">
              <a:rPr lang="fr-FR" smtClean="0"/>
              <a:t>17/12/2022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CADC46-9D5E-BCB5-7C9D-71318F7E9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244A84-5660-0D40-A962-F4725FED3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10156-3D6C-4DF1-9C4C-86740B58A0B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684423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433CC-B938-60F8-4234-4E1C69E36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13813A-EAA0-EE6D-4C35-0CA27E85FC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F75DA0-9926-5C05-5AF9-6338206AFE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65D271-F284-0982-440E-D0208AD61D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8A60F3-18EF-C3C8-73CC-6A08A636AF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331737-7155-FF8A-AF99-1DCB86773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55901-FD85-4CCB-BEF6-32AFBB01B2ED}" type="datetimeFigureOut">
              <a:rPr lang="fr-FR" smtClean="0"/>
              <a:t>17/12/2022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86F691-80E1-C3A3-BFBC-0179B307A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539EC0-FC88-33C0-BCD7-88B974364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10156-3D6C-4DF1-9C4C-86740B58A0B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426399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1CB7C1-C7FA-1548-0FF3-EBC2ABC88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B0DBE1-DA2F-E138-6704-988383269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55901-FD85-4CCB-BEF6-32AFBB01B2ED}" type="datetimeFigureOut">
              <a:rPr lang="fr-FR" smtClean="0"/>
              <a:t>17/12/2022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B6B922-EB0D-D23D-B281-0F0EC093E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D14439-4B42-EFB2-2697-2B7A2440E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10156-3D6C-4DF1-9C4C-86740B58A0B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007160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45BD99-A617-CCD8-BC02-CB06BB1AA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55901-FD85-4CCB-BEF6-32AFBB01B2ED}" type="datetimeFigureOut">
              <a:rPr lang="fr-FR" smtClean="0"/>
              <a:t>17/12/2022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C38A4B-8B64-49A8-CD12-91701D466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73DF5F-A8F2-ADBE-FADF-DC097061E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10156-3D6C-4DF1-9C4C-86740B58A0B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58773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10A06-E049-2E52-9D3C-83D54FEA6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ABE127-0F21-4AD1-F571-A089AECFDC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4D34B8-38B8-4500-6B94-D9778B8D8D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472A00-3EE8-A221-AAAF-B1192215E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55901-FD85-4CCB-BEF6-32AFBB01B2ED}" type="datetimeFigureOut">
              <a:rPr lang="fr-FR" smtClean="0"/>
              <a:t>17/12/2022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A2D41C-8994-073A-B339-9F2AB2550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69826C-1BCF-3BAE-4263-E41C2697E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10156-3D6C-4DF1-9C4C-86740B58A0B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889888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B22AC-D0C1-37D4-99B4-4BA3343A1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196521-962F-D535-370E-19149CA940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67065D-D1FE-62B0-D567-F36B9ED79D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0594B7-F3E2-9D37-9419-9CF7BE7D02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55901-FD85-4CCB-BEF6-32AFBB01B2ED}" type="datetimeFigureOut">
              <a:rPr lang="fr-FR" smtClean="0"/>
              <a:t>17/12/2022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DA2C86-5644-4138-170A-22764AC1D3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BFBF90-095E-09BD-A19C-A6E874AF8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10156-3D6C-4DF1-9C4C-86740B58A0B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23406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3C461-4E0E-4557-98CA-AF828708D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ABFAFD-0134-D456-75BE-EEC5733C19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513215-FDE2-F09E-09CA-27F90AAD6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55901-FD85-4CCB-BEF6-32AFBB01B2ED}" type="datetimeFigureOut">
              <a:rPr lang="fr-FR" smtClean="0"/>
              <a:t>17/12/2022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7225D3-709A-75B3-B7C0-8CD9AABF0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777FA-4DED-004B-C2F2-B2837C8E9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10156-3D6C-4DF1-9C4C-86740B58A0B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45444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6DFA7D-7104-3F3B-731D-28C8B83372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15A811-D808-D3B3-C0FF-DBD8B29146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E4A685-10F4-562E-B3FF-7688E183D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55901-FD85-4CCB-BEF6-32AFBB01B2ED}" type="datetimeFigureOut">
              <a:rPr lang="fr-FR" smtClean="0"/>
              <a:t>17/12/2022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98D3EC-799E-E429-5257-E5916C919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1E4B97-2711-37BF-1FD4-BF8988E95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10156-3D6C-4DF1-9C4C-86740B58A0B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99807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F1FCB6-D4BE-B076-89C9-0682B1DDA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01901E-A7F2-883F-46E3-D0BE1711C8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60C9F2-C66E-E4C7-C0D8-AE16DE6FFF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955901-FD85-4CCB-BEF6-32AFBB01B2ED}" type="datetimeFigureOut">
              <a:rPr lang="fr-FR" smtClean="0"/>
              <a:t>17/12/2022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02CAEB-5B7A-65ED-E69B-24018F0616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F6CF4A-999F-B37D-4DDC-92734A4D6A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C10156-3D6C-4DF1-9C4C-86740B58A0B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18954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628B4A1-C0E9-F432-9C02-089F55A21107}"/>
              </a:ext>
            </a:extLst>
          </p:cNvPr>
          <p:cNvSpPr/>
          <p:nvPr/>
        </p:nvSpPr>
        <p:spPr>
          <a:xfrm>
            <a:off x="4650851" y="3846642"/>
            <a:ext cx="2206752" cy="85039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Worker – roombalancer.cf.com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8AF5E73-9382-746A-EC57-B3DCCDEBC1BF}"/>
              </a:ext>
            </a:extLst>
          </p:cNvPr>
          <p:cNvSpPr/>
          <p:nvPr/>
        </p:nvSpPr>
        <p:spPr>
          <a:xfrm>
            <a:off x="376759" y="326930"/>
            <a:ext cx="2206752" cy="85039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Client request - https://meet.aptero.co/RjyYE6e/gallerie</a:t>
            </a:r>
          </a:p>
        </p:txBody>
      </p: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DC4824F9-5427-2670-AE95-E88E24AF5D37}"/>
              </a:ext>
            </a:extLst>
          </p:cNvPr>
          <p:cNvCxnSpPr>
            <a:cxnSpLocks/>
            <a:stCxn id="10" idx="2"/>
            <a:endCxn id="4" idx="1"/>
          </p:cNvCxnSpPr>
          <p:nvPr/>
        </p:nvCxnSpPr>
        <p:spPr>
          <a:xfrm rot="5400000">
            <a:off x="3695038" y="2133136"/>
            <a:ext cx="3094516" cy="1182889"/>
          </a:xfrm>
          <a:prstGeom prst="bentConnector4">
            <a:avLst>
              <a:gd name="adj1" fmla="val 43130"/>
              <a:gd name="adj2" fmla="val 11932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58F1D170-87BB-2A4D-F199-FE708235F239}"/>
              </a:ext>
            </a:extLst>
          </p:cNvPr>
          <p:cNvCxnSpPr>
            <a:cxnSpLocks/>
            <a:stCxn id="4" idx="2"/>
            <a:endCxn id="13" idx="3"/>
          </p:cNvCxnSpPr>
          <p:nvPr/>
        </p:nvCxnSpPr>
        <p:spPr>
          <a:xfrm rot="5400000">
            <a:off x="5130298" y="5164455"/>
            <a:ext cx="1091350" cy="15650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744E5D28-B400-A2E5-A252-E3F5F210072E}"/>
              </a:ext>
            </a:extLst>
          </p:cNvPr>
          <p:cNvSpPr/>
          <p:nvPr/>
        </p:nvSpPr>
        <p:spPr>
          <a:xfrm>
            <a:off x="612249" y="5255481"/>
            <a:ext cx="4985469" cy="106580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Determine which room to redirect and return room body + add information in response so </a:t>
            </a:r>
            <a:r>
              <a:rPr lang="en-GB" dirty="0" err="1"/>
              <a:t>javascript</a:t>
            </a:r>
            <a:r>
              <a:rPr lang="en-GB" dirty="0"/>
              <a:t> can rewrite the </a:t>
            </a:r>
            <a:r>
              <a:rPr lang="en-GB" dirty="0" err="1"/>
              <a:t>url</a:t>
            </a:r>
            <a:r>
              <a:rPr lang="en-GB" dirty="0"/>
              <a:t> to correspond to the new </a:t>
            </a:r>
            <a:r>
              <a:rPr lang="en-GB" dirty="0" err="1"/>
              <a:t>url</a:t>
            </a:r>
            <a:r>
              <a:rPr lang="en-GB" dirty="0"/>
              <a:t> (</a:t>
            </a:r>
            <a:r>
              <a:rPr lang="en-GB" dirty="0" err="1"/>
              <a:t>eg</a:t>
            </a:r>
            <a:r>
              <a:rPr lang="en-GB" dirty="0"/>
              <a:t> &lt;meta </a:t>
            </a:r>
            <a:r>
              <a:rPr lang="en-GB" dirty="0" err="1"/>
              <a:t>og:url</a:t>
            </a:r>
            <a:r>
              <a:rPr lang="en-GB" dirty="0"/>
              <a:t> )</a:t>
            </a:r>
          </a:p>
        </p:txBody>
      </p: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D251F7F5-76C7-6054-4195-D28C318DCD75}"/>
              </a:ext>
            </a:extLst>
          </p:cNvPr>
          <p:cNvCxnSpPr>
            <a:cxnSpLocks/>
            <a:stCxn id="46" idx="0"/>
            <a:endCxn id="10" idx="1"/>
          </p:cNvCxnSpPr>
          <p:nvPr/>
        </p:nvCxnSpPr>
        <p:spPr>
          <a:xfrm rot="5400000" flipH="1" flipV="1">
            <a:off x="2826683" y="814550"/>
            <a:ext cx="1966104" cy="184125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C740BBA9-A272-A2DA-A2F3-80BFCDF17A45}"/>
              </a:ext>
            </a:extLst>
          </p:cNvPr>
          <p:cNvSpPr/>
          <p:nvPr/>
        </p:nvSpPr>
        <p:spPr>
          <a:xfrm>
            <a:off x="4730364" y="326930"/>
            <a:ext cx="2206752" cy="85039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NGINX – Proxy pass if lb header</a:t>
            </a:r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2A16889E-58FD-5FDB-BB5D-940779A68128}"/>
              </a:ext>
            </a:extLst>
          </p:cNvPr>
          <p:cNvCxnSpPr>
            <a:cxnSpLocks/>
            <a:stCxn id="7" idx="3"/>
            <a:endCxn id="10" idx="1"/>
          </p:cNvCxnSpPr>
          <p:nvPr/>
        </p:nvCxnSpPr>
        <p:spPr>
          <a:xfrm>
            <a:off x="2583511" y="752126"/>
            <a:ext cx="2146853" cy="1270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0B6EAE09-481E-0067-3A91-3BE6436CBF63}"/>
              </a:ext>
            </a:extLst>
          </p:cNvPr>
          <p:cNvSpPr txBox="1"/>
          <p:nvPr/>
        </p:nvSpPr>
        <p:spPr>
          <a:xfrm>
            <a:off x="4913605" y="2549693"/>
            <a:ext cx="18829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Room kind </a:t>
            </a:r>
            <a:r>
              <a:rPr lang="en-GB" dirty="0" err="1"/>
              <a:t>url</a:t>
            </a:r>
            <a:r>
              <a:rPr lang="en-GB" dirty="0"/>
              <a:t> request without LB header</a:t>
            </a:r>
          </a:p>
        </p:txBody>
      </p: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B6DC56E1-E2D6-408E-1E82-CDBD730D47A5}"/>
              </a:ext>
            </a:extLst>
          </p:cNvPr>
          <p:cNvCxnSpPr>
            <a:cxnSpLocks/>
            <a:stCxn id="10" idx="3"/>
            <a:endCxn id="38" idx="0"/>
          </p:cNvCxnSpPr>
          <p:nvPr/>
        </p:nvCxnSpPr>
        <p:spPr>
          <a:xfrm>
            <a:off x="6937116" y="752126"/>
            <a:ext cx="2214264" cy="137237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E02055A6-90CD-F021-008E-926A6DECC549}"/>
              </a:ext>
            </a:extLst>
          </p:cNvPr>
          <p:cNvCxnSpPr>
            <a:cxnSpLocks/>
            <a:stCxn id="10" idx="3"/>
            <a:endCxn id="39" idx="0"/>
          </p:cNvCxnSpPr>
          <p:nvPr/>
        </p:nvCxnSpPr>
        <p:spPr>
          <a:xfrm>
            <a:off x="6937116" y="752126"/>
            <a:ext cx="3762648" cy="336684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CB12B1A2-32C5-56CB-A3ED-76A236B0FF44}"/>
              </a:ext>
            </a:extLst>
          </p:cNvPr>
          <p:cNvSpPr/>
          <p:nvPr/>
        </p:nvSpPr>
        <p:spPr>
          <a:xfrm>
            <a:off x="8048004" y="2124497"/>
            <a:ext cx="2206752" cy="85039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GB" dirty="0"/>
              <a:t>Room kind </a:t>
            </a:r>
            <a:r>
              <a:rPr lang="en-GB" dirty="0" err="1"/>
              <a:t>url</a:t>
            </a:r>
            <a:r>
              <a:rPr lang="en-GB" dirty="0"/>
              <a:t> request with LB header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511A192-E165-02C8-4C75-CD662C9E6841}"/>
              </a:ext>
            </a:extLst>
          </p:cNvPr>
          <p:cNvSpPr/>
          <p:nvPr/>
        </p:nvSpPr>
        <p:spPr>
          <a:xfrm>
            <a:off x="9596388" y="4118975"/>
            <a:ext cx="2206752" cy="85039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Any other assets – regular processing</a:t>
            </a:r>
          </a:p>
        </p:txBody>
      </p: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236EE419-DAD7-C71D-35F5-AC5703FAB0AB}"/>
              </a:ext>
            </a:extLst>
          </p:cNvPr>
          <p:cNvCxnSpPr>
            <a:cxnSpLocks/>
            <a:stCxn id="38" idx="2"/>
            <a:endCxn id="39" idx="1"/>
          </p:cNvCxnSpPr>
          <p:nvPr/>
        </p:nvCxnSpPr>
        <p:spPr>
          <a:xfrm rot="16200000" flipH="1">
            <a:off x="8589243" y="3537026"/>
            <a:ext cx="1569282" cy="44500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300F8A3D-3CCD-C750-17E7-5586BE8A3CBA}"/>
              </a:ext>
            </a:extLst>
          </p:cNvPr>
          <p:cNvSpPr/>
          <p:nvPr/>
        </p:nvSpPr>
        <p:spPr>
          <a:xfrm>
            <a:off x="1785731" y="2718230"/>
            <a:ext cx="2206752" cy="85039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GB" dirty="0"/>
              <a:t>Retry request with header LB and return result + cache</a:t>
            </a:r>
          </a:p>
        </p:txBody>
      </p: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336E729F-E59D-D9B4-5BDF-87D004A224AB}"/>
              </a:ext>
            </a:extLst>
          </p:cNvPr>
          <p:cNvCxnSpPr>
            <a:cxnSpLocks/>
            <a:stCxn id="13" idx="0"/>
            <a:endCxn id="46" idx="2"/>
          </p:cNvCxnSpPr>
          <p:nvPr/>
        </p:nvCxnSpPr>
        <p:spPr>
          <a:xfrm rot="16200000" flipV="1">
            <a:off x="2153617" y="4304113"/>
            <a:ext cx="1686859" cy="21587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99144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</TotalTime>
  <Words>92</Words>
  <Application>Microsoft Office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Pierre-Henri FRICOT</dc:creator>
  <cp:lastModifiedBy>Pierre-Henri FRICOT</cp:lastModifiedBy>
  <cp:revision>4</cp:revision>
  <dcterms:created xsi:type="dcterms:W3CDTF">2022-12-17T10:39:14Z</dcterms:created>
  <dcterms:modified xsi:type="dcterms:W3CDTF">2022-12-17T14:11:43Z</dcterms:modified>
</cp:coreProperties>
</file>